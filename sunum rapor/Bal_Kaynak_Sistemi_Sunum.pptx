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5A623"/>
                </a:solidFill>
                <a:latin typeface="Georgia"/>
              </a:defRPr>
            </a:pPr>
            <a:r>
              <a:t>Bal Kaynak Sistemi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D69C"/>
                </a:solidFill>
                <a:latin typeface="Arial"/>
              </a:defRPr>
            </a:pPr>
            <a:r>
              <a:t>Arıcıdan Tüketiciye Şeffaf Tedarik Zinciri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rial"/>
              </a:defRPr>
            </a:pPr>
            <a:r>
              <a:t>Hazırlayanlar: Ali Eren Onyıl &amp; Serena Üzümcü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99999"/>
                </a:solidFill>
                <a:latin typeface="Arial"/>
              </a:defRPr>
            </a:pPr>
            <a:r>
              <a:t>MBP207 Görsel Programlama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Arial"/>
              </a:defRPr>
            </a:pPr>
            <a:r>
              <a:t>Öğr. Gör. Burak Evrentuğ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Proje Amacı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D69C"/>
                </a:solidFill>
                <a:latin typeface="Arial"/>
              </a:defRPr>
            </a:pPr>
            <a:r>
              <a:t>Bal Kaynak Sistemi, arıcıdan tüketiciye uzanan tedarik zincirinde şeffaflık ve izlenebilirlik sağlayan bir masaüstü uygulamasıdır.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Temel Özellikler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Kullanıcı kayıt ve giriş sistemi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Bal ürünlerini listeleme ve filtreleme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Arıcı bilgilerini görüntüleme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Ürün değerlendirme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Hedefler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288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Tüketicilere güvenilir bal kaynağı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Arıcı-tüketici bağlantısı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Kullanıcı dostu arayüz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Kullanılan Teknolojiler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Arial"/>
              </a:defRPr>
            </a:pPr>
            <a:r>
              <a:t>Ana programlama dili - kolay sözdizimi ve güçlü kütüphane desteği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t>Tkinter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Arial"/>
              </a:defRPr>
            </a:pPr>
            <a:r>
              <a:t>GUI için Python'un yerleşik grafiksel arayüz kütüphanesi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t>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Arial"/>
              </a:defRPr>
            </a:pPr>
            <a:r>
              <a:t>Veritabanı yönetim sistemi - XAMPP üzerinden çalıştırıldı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Arial"/>
              </a:defRPr>
            </a:pPr>
            <a:r>
              <a:t>bcrypt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Arial"/>
              </a:defRPr>
            </a:pPr>
            <a:r>
              <a:t>Şifre hashleme için güvenli kriptografik kütüphane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D69C"/>
                </a:solidFill>
                <a:latin typeface="Arial"/>
              </a:defRPr>
            </a:pPr>
            <a:r>
              <a:t>Ek Araçlar: mysql-connector-python, XAMPP,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Veritabanı Yapısı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Ana Tablolar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musteriler: kullanici_adi, isim, soyisim, eposta, sifre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aricilar: isim, telefon, aks_kod, sehir, aricilik_turu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ballar: bal_isim, bal_cinsi, renk, fiyat, stok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degerlendirmeler: bal_id, musteri_id, yildiz, yorum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Yardımcı Tablolar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Arial"/>
              </a:defRPr>
            </a:pPr>
            <a:r>
              <a:t>cicek_ballari, salgi_ballari, renk_skalasi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Önemli Özellikler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Foreign Key ile tablo ilişkileri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CHECK constraint ile veri doğrulama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INDEX ile sorgu optimizasyonu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utf8mb4_turkish_ci karakter seti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Giriş Ekranı</a:t>
            </a:r>
          </a:p>
        </p:txBody>
      </p:sp>
      <p:pic>
        <p:nvPicPr>
          <p:cNvPr id="4" name="Picture 3" descr="girisekranı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200400" cy="25130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Özellikler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Kullanıcı adı ve şifre girişi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Şifre gizleme (maskeleme)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Enter tuşu ile giriş desteği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Kayıt sayfasına yönlendirme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Güvenlik Önlemleri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bcrypt ile hashlenmiş şifre kontrolü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SQL injection koruması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Hata mesajları ile bilgilendirme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Kayıt Ekranı</a:t>
            </a:r>
          </a:p>
        </p:txBody>
      </p:sp>
      <p:pic>
        <p:nvPicPr>
          <p:cNvPr id="4" name="Picture 3" descr="kayıtolekranı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200400" cy="2692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Kayıt Alanları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İsim ve Soyisim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Cinsiyet seçimi (Radio Button)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Kullanıcı adı ve E-posta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Şifre (minimum 8 karakter)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A623"/>
                </a:solidFill>
                <a:latin typeface="Arial"/>
              </a:defRPr>
            </a:pPr>
            <a:r>
              <a:t>Doğrulamalar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Tüm alanların doluluğu kontrolü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Kullanıcı adı/e-posta benzersizliği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bcrypt ile şifre hashleme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Ana Ekran - Bal Listesi</a:t>
            </a:r>
          </a:p>
        </p:txBody>
      </p:sp>
      <p:pic>
        <p:nvPicPr>
          <p:cNvPr id="4" name="Picture 3" descr="anaekran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5314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Arıcı Listesi &amp; Değerlendirmelerim</a:t>
            </a:r>
          </a:p>
        </p:txBody>
      </p:sp>
      <p:pic>
        <p:nvPicPr>
          <p:cNvPr id="4" name="Picture 3" descr="arıcı_listesi_ekranı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206240" cy="2017153"/>
          </a:xfrm>
          <a:prstGeom prst="rect">
            <a:avLst/>
          </a:prstGeom>
        </p:spPr>
      </p:pic>
      <p:pic>
        <p:nvPicPr>
          <p:cNvPr id="5" name="Picture 4" descr="değerlendirme_ekranı_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4400"/>
            <a:ext cx="4206240" cy="22157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Kod Örneği: Giriş Fonksiyonu</a:t>
            </a:r>
          </a:p>
        </p:txBody>
      </p:sp>
      <p:pic>
        <p:nvPicPr>
          <p:cNvPr id="4" name="Picture 3" descr="giris_tikla_kodu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6773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05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1. Veri 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Entry'lerden kullanıcı adı ve şifre alınır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2. Veritabanı Sorgusu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Parametreli sorgu ile SQL injection önlenir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3. Şifre Doğrulama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bcrypt.checkpw() ile hash kontrolü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00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4. Hata Yönetimi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try-except-finally bloğu kullanılır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Kod Örneği: Kayıt Fonksiyonu</a:t>
            </a:r>
          </a:p>
        </p:txBody>
      </p:sp>
      <p:pic>
        <p:nvPicPr>
          <p:cNvPr id="4" name="Picture 3" descr="kayit_tikla_kodu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4216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05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1. Form Doğrulama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Tüm alanlar ve şifre uzunluğu kontrolü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2. Benzersizlik Kontrolü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Kullanıcı adı/e-posta var mı kontrolü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3. Şifre Hashleme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bcrypt.hashpw() ile güvenli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00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4. Veritabanına Kayıt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99999"/>
                </a:solidFill>
                <a:latin typeface="Arial"/>
              </a:defRPr>
            </a:pPr>
            <a:r>
              <a:t>INSERT ve commit() ile kayıt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Kod Örneği: Değerlendirme İşlemleri</a:t>
            </a:r>
          </a:p>
        </p:txBody>
      </p:sp>
      <p:pic>
        <p:nvPicPr>
          <p:cNvPr id="4" name="Picture 3" descr="musteriye_ozel_pencere_kodu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1754659"/>
          </a:xfrm>
          <a:prstGeom prst="rect">
            <a:avLst/>
          </a:prstGeom>
        </p:spPr>
      </p:pic>
      <p:pic>
        <p:nvPicPr>
          <p:cNvPr id="5" name="Picture 4" descr="degerlendirme_kaydet_kodu_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0"/>
            <a:ext cx="4572000" cy="27505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005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get_musteri_id()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Global değişken ile ID saklanır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Veritabanından kullanıcı adına göre çekilir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286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  <a:latin typeface="Arial"/>
              </a:defRPr>
            </a:pPr>
            <a:r>
              <a:t>degerlendirme_kaydet()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Yıldız puanı (1-5) alınır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Opsiyonel yorum metni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INSERT ile veritabanına kayıt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7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Karşılaşılan Zorluklar ve Çözümler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Arial"/>
              </a:defRPr>
            </a:pPr>
            <a:r>
              <a:t>❌ Türkçe Karakter Sorunu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AE60"/>
                </a:solidFill>
                <a:latin typeface="Arial"/>
              </a:defRPr>
            </a:pPr>
            <a:r>
              <a:t>✓ utf8mb4_turkish_ci ve charset='utf8mb4' kullanıldı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Arial"/>
              </a:defRPr>
            </a:pPr>
            <a:r>
              <a:t>❌ Şifre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AE60"/>
                </a:solidFill>
                <a:latin typeface="Arial"/>
              </a:defRPr>
            </a:pPr>
            <a:r>
              <a:t>✓ bcrypt kütüphanesi ile şifreler hashlendi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Arial"/>
              </a:defRPr>
            </a:pPr>
            <a:r>
              <a:t>❌ Dosya Yolu Problemi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AE60"/>
                </a:solidFill>
                <a:latin typeface="Arial"/>
              </a:defRPr>
            </a:pPr>
            <a:r>
              <a:t>✓ os.path ile dinamik dosya yolları oluşturuldu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74C3C"/>
                </a:solidFill>
                <a:latin typeface="Arial"/>
              </a:defRPr>
            </a:pPr>
            <a:r>
              <a:t>❌ Veritabanı Bağlantı Yönetimi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7AE60"/>
                </a:solidFill>
                <a:latin typeface="Arial"/>
              </a:defRPr>
            </a:pPr>
            <a:r>
              <a:t>✓ try-finally bloğu ile bağlantılar kapatıldı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5A623"/>
                </a:solidFill>
                <a:latin typeface="Georgia"/>
              </a:defRPr>
            </a:pPr>
            <a:r>
              <a:t>Teşekkürler!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D69C"/>
                </a:solidFill>
                <a:latin typeface="Arial"/>
              </a:defRPr>
            </a:pPr>
            <a:r>
              <a:t>Bal Kaynak Sistemi, arıcı ve tüketici arasında güvenilir bir köprü kurarak bal tedarik zincirinde şeffaflık sağlamayı hedeflemektedir.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Ali Eren Onyıl &amp; Serena Üzümcü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99999"/>
                </a:solidFill>
                <a:latin typeface="Arial"/>
              </a:defRPr>
            </a:pPr>
            <a:r>
              <a:t>MBP207 Görsel Programlama 2 | Öğr. Gör. Burak Evrentuğ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A623"/>
                </a:solidFill>
                <a:latin typeface="Arial"/>
              </a:defRPr>
            </a:pPr>
            <a:r>
              <a:t>Sorularınız?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